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302E64-44B4-9C72-B8F7-211EF7F3BD0C}" v="118" dt="2026-04-20T13:10:42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12501-A065-461A-A031-7BEDEFBF0EA3}" type="datetimeFigureOut">
              <a:t>20.04.2026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1EF18-CB88-4F05-9E66-11CB1DA93B7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2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4A3B8"/>
                </a:solidFill>
              </a:rPr>
              <a:t>WEB PROJECT DEFENSE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</a:rPr>
              <a:t>Course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8BDF8"/>
                </a:solidFill>
              </a:rPr>
              <a:t>Library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8503920" cy="274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3108960"/>
            <a:ext cx="2743200" cy="15544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3108960"/>
            <a:ext cx="54864" cy="1554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Aushet</a:t>
            </a: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2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Askhat</a:t>
            </a:r>
            <a:endParaRPr lang="en-US" sz="1000" dirty="0" err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</a:rPr>
              <a:t>Frontend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3108960"/>
            <a:ext cx="2743200" cy="15544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3108960"/>
            <a:ext cx="54864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 err="1">
                <a:solidFill>
                  <a:srgbClr val="FFFFFF"/>
                </a:solidFill>
                <a:ea typeface="Calibri"/>
                <a:cs typeface="Calibri"/>
              </a:rPr>
              <a:t>Bazarbayev</a:t>
            </a:r>
            <a:r>
              <a:rPr lang="en-US" sz="2200" b="1" dirty="0">
                <a:solidFill>
                  <a:srgbClr val="FFFFFF"/>
                </a:solidFill>
                <a:ea typeface="Calibri"/>
                <a:cs typeface="Calibri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ea typeface="Calibri"/>
                <a:cs typeface="Calibri"/>
              </a:rPr>
              <a:t>Mereke</a:t>
            </a:r>
          </a:p>
        </p:txBody>
      </p:sp>
      <p:sp>
        <p:nvSpPr>
          <p:cNvPr id="15" name="Text 13"/>
          <p:cNvSpPr/>
          <p:nvPr/>
        </p:nvSpPr>
        <p:spPr>
          <a:xfrm>
            <a:off x="3410712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2743200" cy="15544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108960"/>
            <a:ext cx="54864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ea typeface="Calibri"/>
                <a:cs typeface="Calibri"/>
              </a:rPr>
              <a:t>Bakir Didar</a:t>
            </a:r>
            <a:endParaRPr lang="en-US" sz="22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6792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Frontend / Backend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FRONTEND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Angular — Requirements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46108"/>
            <a:ext cx="2064726" cy="1487073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574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405912" y="104962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8BDF8"/>
                </a:solidFill>
              </a:rPr>
              <a:t>CLICK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5912" y="1510694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(click)="submit()" — AuthModal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(click)="toggleFav()" — CourseCard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(click)="open()" — CourseCard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(click)="setCategory()" — Catalog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046108"/>
            <a:ext cx="2057400" cy="1487073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24128"/>
            <a:ext cx="20574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2633472" y="104962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E9"/>
                </a:solidFill>
              </a:rPr>
              <a:t>FORM CONTROLS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144475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[(ngModel)]="username"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[(ngModel)]="password"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[(ngModel)]="email"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[ngModel]="search()"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5258" y="1046108"/>
            <a:ext cx="2057400" cy="1487073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24128"/>
            <a:ext cx="20574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04962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399"/>
                </a:solidFill>
              </a:rPr>
              <a:t>NAMED ROUTES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44475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/catalog  → CatalogComponent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/favorites → FavoritesComponent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/profile  → ProfileComponent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046108"/>
            <a:ext cx="2057400" cy="1487073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24128"/>
            <a:ext cx="20574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986016" y="104962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78BFA"/>
                </a:solidFill>
              </a:rPr>
              <a:t>@if  /  @for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6016" y="1444752"/>
            <a:ext cx="1874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@if(mode==='login') — AuthModal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@if(courses()&gt;0) — Catalog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@for(cat of categories)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@for(c of courses())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04803"/>
            <a:ext cx="2779776" cy="1481328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46187"/>
            <a:ext cx="2779776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37627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8BDF8"/>
                </a:solidFill>
              </a:rPr>
              <a:t>JWT 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30177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authInterceptor — attaches Token header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localStorage: token + user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AuthService.login() / .register()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isLoggedIn signal for guard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27773" y="2904802"/>
            <a:ext cx="2779776" cy="1481328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773" y="2846187"/>
            <a:ext cx="277977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33" y="29303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A5E9"/>
                </a:solidFill>
              </a:rPr>
              <a:t>ANGULAR SERVICE (HttpClient)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33" y="325948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CourseService — HttpClient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GET /api/v1/courses/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POST/DELETE /api/v1/favorites/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POST /api/v1/courses/{id}/reviews/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141" y="2846186"/>
            <a:ext cx="2772450" cy="1539944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141" y="2838860"/>
            <a:ext cx="2779776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01" y="29303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399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01" y="3259484"/>
            <a:ext cx="25968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catchError(() =&gt; of(false))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AuthService.login() / register()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error() signal → shown in AuthModal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.subscribe({ error: () =&gt; {} })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BACKEND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Django REST Framework — Requirements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57400" cy="1261872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574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</a:rPr>
              <a:t>MODELS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Category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Course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Favorite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024128"/>
            <a:ext cx="2057400" cy="1261872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024128"/>
            <a:ext cx="20574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2633472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8BDF8"/>
                </a:solidFill>
              </a:rPr>
              <a:t>CUSTOM MANAGER + FK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3472" y="144475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CourseManager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.free()  .paid()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FK: Course → Category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FK: Favorite → User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72584" y="1024128"/>
            <a:ext cx="2057400" cy="1261872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1024128"/>
            <a:ext cx="20574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E9"/>
                </a:solidFill>
              </a:rPr>
              <a:t>SERIALIZERS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144475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Serializer: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LoginSerializer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RegisterSerializer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ModelSerializer: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8856" y="1024128"/>
            <a:ext cx="2057400" cy="1261872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1024128"/>
            <a:ext cx="20574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6986016" y="111556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</a:rPr>
              <a:t>MODEL SERIALIZERS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1444752"/>
            <a:ext cx="1874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CategorySerializer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CourseSerializer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ReviewSerializer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 FavoriteSerializer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2779776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423160"/>
            <a:ext cx="2779776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146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4D399"/>
                </a:solidFill>
              </a:rPr>
              <a:t>FBV / CBV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43784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FBV: login_view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FBV: logout_view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FBV: register_view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FBV: course_reviews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CBV: CourseListView, CourseDetailView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CBV: FavoriteView, CategoryListView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2423160"/>
            <a:ext cx="2779776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423160"/>
            <a:ext cx="2779776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25146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8BDF8"/>
                </a:solidFill>
              </a:rPr>
              <a:t>CRUD + TOKEN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2843784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CREATE — POST /courses/ (admin)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READ   — GET /courses/ &amp; /{pk}/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UPDATE — PUT/PATCH /courses/{pk}/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DELETE — DELETE /courses/{pk}/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Token auth via rest_framework.authtoken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Link: Favorite.user = request.user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08776" y="2423160"/>
            <a:ext cx="2779776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2423160"/>
            <a:ext cx="277977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25146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A5E9"/>
                </a:solidFill>
              </a:rPr>
              <a:t>CORS + AUTH USER LINK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45936" y="2843784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django-cors-headers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CORS_ALLOWED_ORIGINS in settings.py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Review.user = request.user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Favorite.user = request.user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FavoriteView: IsAuthenticated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logout_view deletes token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ABOUT THE PROJECT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737360"/>
          </a:xfrm>
          <a:prstGeom prst="rect">
            <a:avLst/>
          </a:prstGeom>
          <a:solidFill>
            <a:srgbClr val="1E3A5F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640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50" dirty="0">
                <a:solidFill>
                  <a:srgbClr val="FFFFFF"/>
                </a:solidFill>
              </a:rPr>
              <a:t>Course Library is an aggregator platform that collects and organizes programming courses from top platforms such as Udemy, Coursera, Stepik and YouTube into a single searchable catalog. Users can filter courses by category, platform, level and price, save favorites, and leave reviews — all tied to a personal authenticated account.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8503920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834640"/>
            <a:ext cx="850392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07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BDF8"/>
                </a:solidFill>
              </a:rPr>
              <a:t>UNIQUENESS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◆  Multi-platform aggregator — one place for Udemy, Coursera, Stepik, YouTube, freeCodeCamp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◆  Smart CourseManager with .free(), .paid(), .by_category(), .top_rated() shortcuts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◆  Real-time favorite toggle with optimistic UI using Angular Signals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◆  Per-user review system with automatic avg_rating recalculation on the backend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36</cp:revision>
  <dcterms:created xsi:type="dcterms:W3CDTF">2026-04-20T13:01:04Z</dcterms:created>
  <dcterms:modified xsi:type="dcterms:W3CDTF">2026-04-20T13:12:42Z</dcterms:modified>
</cp:coreProperties>
</file>